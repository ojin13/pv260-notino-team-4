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0c3e27fe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0c3e27fe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0c3e27fe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0c3e27fe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0c3e27fe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0c3e27fe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0c3e27fe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0c3e27fe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PV260 - SW Quality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644450" y="2797175"/>
            <a:ext cx="5855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k" sz="2300">
                <a:solidFill>
                  <a:schemeClr val="lt2"/>
                </a:solidFill>
              </a:rPr>
              <a:t>Team 4 - Popocatepetl</a:t>
            </a:r>
            <a:endParaRPr sz="23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Project assignment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2763" y="1017725"/>
            <a:ext cx="6098474" cy="397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Architecture &amp; Technologies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k"/>
              <a:t>Clean </a:t>
            </a:r>
            <a:r>
              <a:rPr lang="sk"/>
              <a:t>architecture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k"/>
              <a:t>CQRS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k"/>
              <a:t>API &amp; CLI presentation layers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sk"/>
              <a:t>Resend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k"/>
              <a:t>Spectre.Console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Live Demo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sk"/>
              <a:t>Download application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sk"/>
              <a:t>Login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sk"/>
              <a:t>Admin: Download and generate diff. report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sk"/>
              <a:t>Power user: Send email </a:t>
            </a:r>
            <a:r>
              <a:rPr lang="sk"/>
              <a:t>with</a:t>
            </a:r>
            <a:r>
              <a:rPr lang="sk"/>
              <a:t> last diff. report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sk"/>
              <a:t>Power user: Change UI theme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sk"/>
              <a:t>User: See last diff. report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sk"/>
              <a:t>Change language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sk"/>
              <a:t>Admin: Audit logs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2153853"/>
            <a:ext cx="8520600" cy="8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sk" sz="5000"/>
              <a:t>Q&amp;A</a:t>
            </a:r>
            <a:endParaRPr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