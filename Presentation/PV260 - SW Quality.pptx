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0c3e27fe4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0c3e27fe4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e0c3e27fe4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e0c3e27fe4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e0c3e27fe4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e0c3e27fe4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e0c3e27fe4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e0c3e27fe4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k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sk"/>
              <a:t>PV260 - SW Quality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4130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sk" sz="4600">
                <a:solidFill>
                  <a:srgbClr val="D1D7E0"/>
                </a:solidFill>
                <a:highlight>
                  <a:srgbClr val="212830"/>
                </a:highlight>
              </a:rPr>
              <a:t>Team 4 - Popocatepetl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k"/>
              <a:t>Project assignment</a:t>
            </a:r>
            <a:endParaRPr/>
          </a:p>
        </p:txBody>
      </p:sp>
      <p:pic>
        <p:nvPicPr>
          <p:cNvPr id="61" name="Google Shape;6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2750" y="1017725"/>
            <a:ext cx="5780700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k"/>
              <a:t>Architecture &amp; Technologies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sk"/>
              <a:t>Clean </a:t>
            </a:r>
            <a:r>
              <a:rPr lang="sk"/>
              <a:t>architecture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sk"/>
              <a:t>CQRS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sk"/>
              <a:t>API &amp; CLI presentation layers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sk"/>
              <a:t>Resend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sk"/>
              <a:t>Spectre.Console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sk"/>
              <a:t>Live Demo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sk"/>
              <a:t>Download application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sk"/>
              <a:t>Login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sk"/>
              <a:t>Admin: Download and generate diff. report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sk"/>
              <a:t>Power user: Send email </a:t>
            </a:r>
            <a:r>
              <a:rPr lang="sk"/>
              <a:t>with</a:t>
            </a:r>
            <a:r>
              <a:rPr lang="sk"/>
              <a:t> last diff. report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sk"/>
              <a:t>Power user: Change UI theme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sk"/>
              <a:t>User: See last diff. report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sk"/>
              <a:t>Change language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sk"/>
              <a:t>Admin: Audit logs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idx="1" type="body"/>
          </p:nvPr>
        </p:nvSpPr>
        <p:spPr>
          <a:xfrm>
            <a:off x="311700" y="2153853"/>
            <a:ext cx="8520600" cy="83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sk" sz="5000"/>
              <a:t>Q&amp;A</a:t>
            </a:r>
            <a:endParaRPr sz="5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